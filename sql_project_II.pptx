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6" r:id="rId3"/>
    <p:sldId id="308" r:id="rId4"/>
    <p:sldId id="257" r:id="rId5"/>
    <p:sldId id="276" r:id="rId6"/>
    <p:sldId id="258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77" r:id="rId15"/>
    <p:sldId id="259" r:id="rId16"/>
    <p:sldId id="260" r:id="rId17"/>
    <p:sldId id="285" r:id="rId18"/>
    <p:sldId id="297" r:id="rId19"/>
    <p:sldId id="298" r:id="rId20"/>
    <p:sldId id="287" r:id="rId21"/>
    <p:sldId id="300" r:id="rId22"/>
    <p:sldId id="290" r:id="rId23"/>
    <p:sldId id="291" r:id="rId24"/>
    <p:sldId id="295" r:id="rId25"/>
    <p:sldId id="296" r:id="rId26"/>
    <p:sldId id="301" r:id="rId27"/>
    <p:sldId id="302" r:id="rId28"/>
    <p:sldId id="303" r:id="rId29"/>
    <p:sldId id="304" r:id="rId30"/>
    <p:sldId id="30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016F-7CE0-B0BB-6869-F82977F2C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7BED0-41A9-8DAA-567F-4DC111A7B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844A3-5339-4783-483A-0AF34F20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533A0-8D93-EE9D-E1C0-05A42B03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566D3-25D3-2203-A25F-F2C14B8F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5669-1D0A-2734-0FA0-1B5A8F9A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8B617-3146-74E6-328D-D7B643FDB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79DB4-9372-79B7-53DA-50DED068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21B15-14EC-4C44-08DE-834C466CF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EA6A6-4949-011D-7AA6-50F79AD1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FBB8-E0B3-8069-6C46-0249EAFC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00586-AB24-186A-8CA6-80091B352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CDDEB-672A-C3E1-DF49-EC3563853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4E5DD-7F92-FFFE-F915-6A93DF145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6B0D2-F097-464B-CC75-145D1C17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47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B064D-63DC-467B-BF74-CC31A8C3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D3839-3354-3719-733E-AB3106F27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2E717-4549-6EC0-C960-23B15BC1E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E56AE-B99B-A812-3D55-4101E83A7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5D964-C106-334B-1D88-8D6406AC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D327F-BCC5-9037-8129-E9FDDAFB2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79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42D3-CD04-D34B-A533-6AD731C9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EC2AD-C090-9D58-C69A-680F8117A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AFE0D-5266-F3D4-4CC3-754D1B722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26F7D-F86F-58D6-D277-1AAFB2DDB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60B46-E41E-2137-EB7B-69C20F503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FC0A3-D425-1629-9E0A-336915E4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A8275-9AB1-60E1-C63B-E09B8EC1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AC99F-ABA8-B3C6-404C-F5476393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74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101A-0E01-DD3F-7761-7743FEB0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15D5A-166B-1F7C-1F69-129DE8FC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9BD07-AFCA-4A97-39D8-A15ED2298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AACAE-33BC-566B-3780-D67F213F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08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45BDE-F6DA-8654-F9BB-739D71D8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B52564-8FB3-665E-0C20-9914F4FF7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A84E4-7F60-A83C-B930-B01BBF6F7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04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D716-9440-3E97-5A22-6AA6525D5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81752-8BCC-D153-56F0-ED49D3C6E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3CC47-56E2-0A0E-E3D3-423F619F0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C54C0-3D38-84B6-F9F1-F4D0EFFB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5C367-CB9B-C63D-CE4F-7DBC7E26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3A02E-9AE3-6904-77A4-DC11A95E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6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F2D3-C760-FEF9-D367-A7466B6D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1BAA13-E1B2-787F-060E-03194B64C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CCD40-597D-4E9E-FF59-7ACF7DDDB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92126-1D57-A2E2-2C8C-F9412C1EA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EFE0C-78F9-4683-5320-2C0ECC34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43E69-48F2-646A-D0DB-259BEACB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988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895A-013C-8091-BF5C-5E92350A3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94580-EDE2-0D99-828C-FFE7A7186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5EB33-D9E8-B502-FCD0-40DB5FE8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C2E83-934F-6370-8ED0-50AA9B42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E220-5130-2FD5-FEAE-F904CE3B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46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467F78-D2CB-6777-220F-E87F84BC7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1F107-8A4D-88CD-9D6E-6F4FB4A36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E0190-2AF7-2900-26CE-F6A7835E8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2BE96-1E37-F9BB-01B2-6616AE80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6AC48-F094-1B68-8937-C8ACA8E1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595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EB6A2-7374-710E-CFD6-49462497F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96541-F3A8-59B2-6493-C346F98FE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9CE98-A866-C7DA-AD02-F655F53E7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6067D-E2A1-402C-8EE6-C882FD7519C5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311FF-2CA4-296C-2FA0-87612CBA5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CBE98-70B4-7E85-D4E8-D91B2615C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18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79953-C9F7-F885-3E3A-E0CE115AF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986666"/>
          </a:xfrm>
        </p:spPr>
        <p:txBody>
          <a:bodyPr/>
          <a:lstStyle/>
          <a:p>
            <a:r>
              <a:rPr lang="en-US" dirty="0"/>
              <a:t>Praveenkumar T</a:t>
            </a:r>
            <a:br>
              <a:rPr lang="en-US" dirty="0"/>
            </a:br>
            <a:r>
              <a:rPr lang="en-US" dirty="0"/>
              <a:t>SQL project - 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438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BE30A8-B251-E5A7-279E-C216E2232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87" y="333829"/>
            <a:ext cx="11146970" cy="5843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	Hospital Management System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Project Overview</a:t>
            </a:r>
          </a:p>
          <a:p>
            <a:pPr marL="0" indent="0" algn="just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The Hospital Management System is a database-driven project designed to efficiently manage hospital-related  information such 	as patients, doctors, appointments, and billing.</a:t>
            </a:r>
          </a:p>
          <a:p>
            <a:pPr marL="0" indent="0">
              <a:buNone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Database Name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hospital_db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Database Structure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	The database consists of four main tables: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Patients – Stores patient personal and registration details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Doctors – Stores doctor details such as specialization and consultation fee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Appointments – Manages patient–doctor appointment records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Billing – Stores billing and payment information</a:t>
            </a:r>
          </a:p>
          <a:p>
            <a:pPr marL="0" indent="0">
              <a:buNone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SQL Commands Used</a:t>
            </a:r>
          </a:p>
          <a:p>
            <a:pPr marL="0" indent="0"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	DDL (Data Definition Language), DML (Data Manipulation Language),DQL (Data Query Language),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Aggregate Functions with GROUP BY,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HAVING Clause, JOINS, Subqueries, ORDER BY Clause</a:t>
            </a:r>
          </a:p>
          <a:p>
            <a:pPr marL="0" indent="0">
              <a:buNone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65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FFB09-7282-1589-E173-9EB472635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9" y="435429"/>
            <a:ext cx="10816771" cy="574153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SQL Queries Implemented (Questions)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1.Update the city to “Bangalore” for the patient with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patient_id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P006.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2.Retrieve the list of patients who are registered after 1st March 2024.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3.Retrieve the total billing amount for each patient by grouping records using the patient ID.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4.Find the total billing amount generated by each doctor.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5.Retrieve patients whose total billing amount exceeds 10,000.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6.Find the patients with above-average billing amounts.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7.List patients in descending order based on their total billing amount.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8.Find the patient with the highest total billing amount.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9.List all patients who have never made any billing payments.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10.Identify doctors who have more than one appointment.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11.Display the number of appointments scheduled for each doctor.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12.Display appointment details including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patient_name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doctor name, and appointment   date.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13.List all appointments ordered by appointment date in descending order.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14.Find the appointment date with the highest number of appointments.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43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Content Placeholder 54">
            <a:extLst>
              <a:ext uri="{FF2B5EF4-FFF2-40B4-BE49-F238E27FC236}">
                <a16:creationId xmlns:a16="http://schemas.microsoft.com/office/drawing/2014/main" id="{28740FCC-DEB1-1D0D-A9FA-4F7C3D12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534" y="457200"/>
            <a:ext cx="10173432" cy="5719763"/>
          </a:xfrm>
        </p:spPr>
      </p:pic>
    </p:spTree>
    <p:extLst>
      <p:ext uri="{BB962C8B-B14F-4D97-AF65-F5344CB8AC3E}">
        <p14:creationId xmlns:p14="http://schemas.microsoft.com/office/powerpoint/2010/main" val="4167415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25B7C-19EF-70B7-5EB8-C9FE9D2F7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116" y="427038"/>
            <a:ext cx="10227080" cy="5749925"/>
          </a:xfrm>
        </p:spPr>
      </p:pic>
    </p:spTree>
    <p:extLst>
      <p:ext uri="{BB962C8B-B14F-4D97-AF65-F5344CB8AC3E}">
        <p14:creationId xmlns:p14="http://schemas.microsoft.com/office/powerpoint/2010/main" val="140417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35FFE6-1CF7-3D14-33A9-9732383FE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87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EF282-A487-18F5-A226-5A76856C3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CB85E7-E37A-CC68-D349-78F0B3D5D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35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7638DF-5EED-1AE2-18DA-5141E1100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98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48DDB9-9B63-33FB-9717-ED0A2C59C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2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586D9-F606-CFBF-131D-51944E2C7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73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89506C-0D0A-C634-EF92-D8E0D58B6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92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EE134-CA3A-44DB-062C-D9F42D2AA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20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F5B5C9-AC2D-9138-8EF9-C193E738A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55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8D5C69-91AB-A8E0-7F78-522A0029F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9" y="1120877"/>
            <a:ext cx="8992986" cy="5056086"/>
          </a:xfrm>
        </p:spPr>
      </p:pic>
    </p:spTree>
    <p:extLst>
      <p:ext uri="{BB962C8B-B14F-4D97-AF65-F5344CB8AC3E}">
        <p14:creationId xmlns:p14="http://schemas.microsoft.com/office/powerpoint/2010/main" val="1968230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A92EBE-BCC9-A509-FE26-A6783D92C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59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C892B9-D3F4-1BC7-3D28-BCF5741C0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67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7C5599-E833-49C8-135A-66EB26D16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55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CB4FC-3C80-0739-E3FF-B0FC3858A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169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AE003B-5500-0FB8-7B2C-D6BFB869B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01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8DA67-9D6F-0B63-9F06-B8001CF98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87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6140C-FE84-2E72-D6DC-44C70CC57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49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4AE26-6C4C-03C5-2F49-79F150A75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88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DC7978-143C-A5CB-55B8-9C5DEBEB4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2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9BAEE3-6BA9-25D7-21CA-C263B7C5C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17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BC8066-E57C-05FD-7FB8-415F1F85D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94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C32138-C7C2-ABCF-8D7E-1BD8384A5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91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AD5E22-F601-B476-E586-DD4E69087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5E2DB9-7909-4D13-0CAF-960FAFA4A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12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C294DF-2600-5A8C-6E24-F869AFCFC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90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42353D-8734-CD2C-0831-6664D12B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4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336</Words>
  <Application>Microsoft Office PowerPoint</Application>
  <PresentationFormat>Widescreen</PresentationFormat>
  <Paragraphs>35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Praveenkumar T SQL project -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</cp:revision>
  <dcterms:created xsi:type="dcterms:W3CDTF">2025-12-20T15:19:55Z</dcterms:created>
  <dcterms:modified xsi:type="dcterms:W3CDTF">2025-12-21T14:23:05Z</dcterms:modified>
</cp:coreProperties>
</file>